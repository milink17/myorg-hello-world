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|  ARCHITECTURE MODERNIZATION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Beyond a Monolithic, Waterfall-Driven Application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release-time downtime on the FEP Blue portal and restoring uninterrupted user experience.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60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Analysis  ›  Proposed Flow  ›  Business Impact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current architecture and release model are no longer acceptable for the FEP Blue portal.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640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application operates on a monolithic architecture and relies on a waterfall deployment process — creating recurring operational and user-experience issues.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80560" y="278892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78892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99008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28986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Full-application downtime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49240" y="32461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deployment requires the entire application to be taken offline.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374904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374904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95020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3858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blocked from the FEP Blue portal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49240" y="42062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are redirected to a maintenance page, losing access during every release.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480560" y="470916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80560" y="470916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91032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48188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workflows are interrupted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349240" y="51663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 sessions and tasks are cut off, forcing users to restart their work.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480560" y="566928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480560" y="566928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587044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57790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releases repeat the same pain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349240" y="61264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 brings the same disruption, eroding user satisfaction and productivity.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Flow — Monolithic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quarterly release follows this disruptive path.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5438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828800"/>
            <a:ext cx="1874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121408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974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cycle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4894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48940" y="1828800"/>
            <a:ext cx="187452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85032" y="2121408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503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69748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4038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Down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04038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offline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4632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4350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43500" y="1828800"/>
            <a:ext cx="187452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79592" y="2121408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7959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9748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494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23494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page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04088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3806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38060" y="1828800"/>
            <a:ext cx="1874520" cy="16459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74152" y="2121408"/>
            <a:ext cx="402336" cy="402336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07415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697480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950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42950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large package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23544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53262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532620" y="1828800"/>
            <a:ext cx="1874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268712" y="212140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26871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697480"/>
            <a:ext cx="548640" cy="5486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2406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62406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return — frustrated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40080" y="4572000"/>
            <a:ext cx="10881360" cy="155448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40080" y="4572000"/>
            <a:ext cx="10972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983480"/>
            <a:ext cx="731520" cy="7315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87452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Window</a:t>
            </a:r>
            <a:endParaRPr lang="en-US" sz="1600" dirty="0"/>
          </a:p>
        </p:txBody>
      </p:sp>
      <p:sp>
        <p:nvSpPr>
          <p:cNvPr id="47" name="Text 39"/>
          <p:cNvSpPr/>
          <p:nvPr/>
        </p:nvSpPr>
        <p:spPr>
          <a:xfrm>
            <a:off x="1874520" y="5212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release: portal unavailable  •  user workflows broken mid-task  •  productivity loss  •  rising support tickets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Flow — Zero-Downtime Releases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and continuous delivery remove the disruption from every release.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5438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974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Build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component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4894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4894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8503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503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69748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4038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04038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&amp; validated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4632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4350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4350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7959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7959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9748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494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23494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stood up beside old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04088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3806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3806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7415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07415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697480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950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Live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42950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outage, no redirect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23544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53262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53262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26871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26871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697480"/>
            <a:ext cx="548640" cy="5486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2406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62406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stays available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40080" y="4572000"/>
            <a:ext cx="10881360" cy="155448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40080" y="4572000"/>
            <a:ext cx="109728" cy="1554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983480"/>
            <a:ext cx="731520" cy="7315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87452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Availability</a:t>
            </a:r>
            <a:endParaRPr lang="en-US" sz="1600" dirty="0"/>
          </a:p>
        </p:txBody>
      </p:sp>
      <p:sp>
        <p:nvSpPr>
          <p:cNvPr id="47" name="Text 39"/>
          <p:cNvSpPr/>
          <p:nvPr/>
        </p:nvSpPr>
        <p:spPr>
          <a:xfrm>
            <a:off x="1874520" y="5212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always on  •  workflows preserved  •  faster release cadence  •  improved satisfaction and productivity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vs. After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FEP Blue portal — and for the people who use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—  Monolithic &amp; Waterfall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8775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application taken offline for every release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8211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108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redirected to a maintenance page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76472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workflows broken mid-task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7083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4297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quarterly release cadence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965192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80160" y="4892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operational risk on every push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559552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8016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user satisfaction and productivity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6217920" y="155448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6217920" y="1554480"/>
            <a:ext cx="5394960" cy="731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1737360"/>
            <a:ext cx="365760" cy="3657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 —  Modular &amp; Continuous</a:t>
            </a:r>
            <a:endParaRPr lang="en-US" sz="16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2587752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4944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deployments via blue/green releases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3182112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49440" y="3108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remains continuously available to users</a:t>
            </a:r>
            <a:endParaRPr lang="en-US" sz="13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776472"/>
            <a:ext cx="256032" cy="2560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94944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sessions and workflows preserved</a:t>
            </a:r>
            <a:endParaRPr lang="en-US" sz="13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4370832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949440" y="4297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on-demand release cadence</a:t>
            </a:r>
            <a:endParaRPr lang="en-US" sz="13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4965192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949440" y="4892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— small, isolated, reversible changes</a:t>
            </a:r>
            <a:endParaRPr lang="en-US" sz="130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7960" y="5559552"/>
            <a:ext cx="256032" cy="256032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94944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satisfaction and productivity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quarterly disruption to continuous delivery.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3291840"/>
            <a:ext cx="3383280" cy="2560320"/>
          </a:xfrm>
          <a:prstGeom prst="rect">
            <a:avLst/>
          </a:prstGeom>
          <a:solidFill>
            <a:srgbClr val="0F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291840"/>
            <a:ext cx="3383280" cy="91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6012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windows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no longer require taking the portal offline.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291840"/>
            <a:ext cx="3383280" cy="2560320"/>
          </a:xfrm>
          <a:prstGeom prst="rect">
            <a:avLst/>
          </a:prstGeom>
          <a:solidFill>
            <a:srgbClr val="0F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3291840"/>
            <a:ext cx="338328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66344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frequency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5120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value continuously instead of once a quarter.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3291840"/>
            <a:ext cx="3383280" cy="2560320"/>
          </a:xfrm>
          <a:prstGeom prst="rect">
            <a:avLst/>
          </a:prstGeom>
          <a:solidFill>
            <a:srgbClr val="0F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3291840"/>
            <a:ext cx="3383280" cy="9144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689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836676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5120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stay intact; trust in the portal grows.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Monolithic to Modern: Problem Statement &amp; Flow Design</dc:title>
  <dc:subject>PptxGenJS Presentation</dc:subject>
  <dc:creator>Engineering Team</dc:creator>
  <cp:lastModifiedBy>Engineering Team</cp:lastModifiedBy>
  <cp:revision>1</cp:revision>
  <dcterms:created xsi:type="dcterms:W3CDTF">2026-05-19T14:12:41Z</dcterms:created>
  <dcterms:modified xsi:type="dcterms:W3CDTF">2026-05-19T14:12:41Z</dcterms:modified>
</cp:coreProperties>
</file>