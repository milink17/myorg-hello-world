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ARCHITECTURE MODERNIZATION  |  FEP MY BLUE PORTAL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 Angular Monolith to a Micro-Frontend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UI delivery from quarterly, full-portal releases to independent, versioned modules with zero-downtime deployment.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60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›  Current State  ›  Target Architecture  ›  Benefits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Angular UI is built and shipped as a single monolithic application, with quarterly waterfall releases that disrupt every user.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FEP My Blue portal UI runs on a monolithic Angular application with a waterfall release model — every change forces a full-portal redeploy.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78892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900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2898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redeploy for any change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49240" y="32461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fix to one screen requires rebuilding and shipping the entire Angular application.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374904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74904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9502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blocked from the FEP My Blue portal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49240" y="4206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are redirected to a maintenance page, losing access during every release window.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80560" y="470916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80560" y="470916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91032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4818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workflows interrupted mid-task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49240" y="51663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sessions are cut off, forcing users to restart their work after every deployment.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480560" y="566928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480560" y="56692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87044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57790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releases repeat the same pain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49240" y="61264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bottlenecked on a shared schedule, and every quarter brings the same disruption.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Flow — Monolithic Angular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quarterly UI release follows this disruptive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cycle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UI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Angular app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Offline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maintenance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artifact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 — frustrated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unavailable  •  workflows broken mid-task  •  teams locked to shared schedule  •  rising support tickets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Architecture — Micro-Frontend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hosts independently versioned remote modules. Shared Core provides common services. env.json controls which version of each module is loaded at runtime.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61120" y="1691640"/>
            <a:ext cx="283464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8928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5480" y="1764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env.json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55548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manifest — drives runtime module loading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 —  Hosting Container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20756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the app, reads env.json, and loads each remote module at the version it specifies.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remote modules  ↓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24688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200400"/>
            <a:ext cx="24688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255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580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UI Module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85800" y="4096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developed and deployed — no full portal release needed.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40280" y="4526280"/>
            <a:ext cx="685800" cy="256032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40280" y="4526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v2.4.1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29000" y="3200400"/>
            <a:ext cx="24688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429000" y="3200400"/>
            <a:ext cx="24688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66160" y="3255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56616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UI Module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566160" y="4096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a separate team. Released on its own cadence.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120640" y="4526280"/>
            <a:ext cx="685800" cy="256032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20640" y="4526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v1.7.0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09360" y="3200400"/>
            <a:ext cx="24688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09360" y="3200400"/>
            <a:ext cx="24688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3255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4465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UI Module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46520" y="4096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via env.json. Version controlled and rollback-safe.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001000" y="4526280"/>
            <a:ext cx="685800" cy="256032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001000" y="4526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v3.0.2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60720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325880" y="5623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132588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remote module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291840" y="5669280"/>
            <a:ext cx="0" cy="64008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520440" y="582472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520440" y="5824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Service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5504688" y="582472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504688" y="5824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7488936" y="582472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488936" y="5824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HTML Atoms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9473184" y="582472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473184" y="5824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Flow — Independent, Versioned, Zero-Downtime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remote module ships on its own cadence. Blue/green plus version-based env.json gives instant, safe rollback.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remote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validated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stood up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env.json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new version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stays available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Module Delivery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(or any module) can ship on its own cadence  •  no full-portal redeploy  •  rollback is one env.json change away  •  faster time-to-market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Angular monolith becomes a micro-frontend.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—  Angular Monolith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Angular app — every change rebuilds it all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portal offline during each release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7647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redirected to a maintenance page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083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locked to one shared release schedule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65192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quarterly releases; rollback means redeploy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5955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8016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across teams and domains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1792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Micro-Frontend</a:t>
            </a:r>
            <a:endParaRPr lang="en-US" sz="16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587752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4944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+ independently deployable remote modules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18211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4944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— portal stays available always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776472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4944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 sessions and workflows preserved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370832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4944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owns and ships its module independently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965192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94944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releases; rollback via env.json change</a:t>
            </a:r>
            <a:endParaRPr lang="en-US" sz="13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5559552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94944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naturally across teams and business domains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micro-frontend shift matters — for users, the business, and engineering teams.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8912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planned outages and maintenance windows, keeping the FEP My Blue portal continuously available.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00984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0984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920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9584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keep working uninterrupted during releases — no broken sessions, no lost progress.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20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Market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91656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remote module (e.g., DCT) ships independently — moving from quarterly cycles to on-demand delivery.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5128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25128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53728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20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Risk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53728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strategy enables safe rollback via env.json and minimises deployment failures.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869948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869948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098548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708" y="42519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09854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Future Readiness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098548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micro-frontend architecture supports scaling across teams and business domains.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32020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32020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960620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425196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960620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Team Productivity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4960620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parallel development and autonomous releases without cross-team bottlenecks.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594092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594092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822692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852" y="4251960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822692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Releases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7822692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env.json drives controlled rollouts, backward compatibility, and risk-managed feature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wave of UI delivery — modular, versioned, and always available.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91840"/>
            <a:ext cx="338328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deploy without taking the portal offline.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291840"/>
            <a:ext cx="33832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66344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frequency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DCT and other modules on their own cadence.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3291840"/>
            <a:ext cx="3383280" cy="914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3667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autonomy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development, no shared release bottleneck.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Angular Monolith to Micro-Frontend Architecture</dc:title>
  <dc:subject>PptxGenJS Presentation</dc:subject>
  <dc:creator>Engineering Team</dc:creator>
  <cp:lastModifiedBy>Engineering Team</cp:lastModifiedBy>
  <cp:revision>1</cp:revision>
  <dcterms:created xsi:type="dcterms:W3CDTF">2026-05-19T14:43:45Z</dcterms:created>
  <dcterms:modified xsi:type="dcterms:W3CDTF">2026-05-19T14:43:45Z</dcterms:modified>
</cp:coreProperties>
</file>