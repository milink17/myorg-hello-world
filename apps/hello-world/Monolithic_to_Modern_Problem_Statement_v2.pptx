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|  ARCHITECTURE MODERNIZATION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Beyond a Monolithic, Waterfall-Driven Application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release-time downtime on the FEP Blue portal and restoring uninterrupted user experience.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60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Analysis  ›  Proposed Flow  ›  Business Impact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architecture and release model are no longer acceptable for the FEP Blue portal.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640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application operates on a monolithic architecture and relies on a waterfall deployment process — creating recurring operational and user-experience issues.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80560" y="278892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78892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900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28986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Full-application downtime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49240" y="32461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deployment requires the entire application to be taken offline.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374904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74904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9502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blocked from the FEP Blue portal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49240" y="4206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are redirected to a maintenance page, losing access during every release.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80560" y="470916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80560" y="470916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91032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48188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workflows are interrupted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49240" y="51663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sessions and tasks are cut off, forcing users to restart their work.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480560" y="5669280"/>
            <a:ext cx="7315200" cy="91440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480560" y="56692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87044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57790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releases repeat the same pain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49240" y="61264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brings the same disruption, eroding user satisfaction and productivity.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Flow — Monolithic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quarterly release follows this disruptive path.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cycle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offline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page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 package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 — frustrated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release: portal unavailable  •  user workflows broken mid-task  •  productivity loss  •  rising support tickets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Flow — Zero-Downtime Releases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and continuous delivery remove the disruption from every release.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047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Build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component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4894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4894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503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9748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038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403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validated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4350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4350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7959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7959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9748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49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stood up beside old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4088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806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3806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7415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0741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69748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950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Live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295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outage, no redirect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235440" y="2834640"/>
            <a:ext cx="274320" cy="182880"/>
          </a:xfrm>
          <a:prstGeom prst="rightArrow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532620" y="18288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532620" y="1828800"/>
            <a:ext cx="1874520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268712" y="2121408"/>
            <a:ext cx="402336" cy="402336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6871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2697480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24060" y="33101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6240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stays available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40080" y="4572000"/>
            <a:ext cx="10881360" cy="1554480"/>
          </a:xfrm>
          <a:prstGeom prst="rect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40080" y="4572000"/>
            <a:ext cx="109728" cy="1554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983480"/>
            <a:ext cx="731520" cy="7315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87452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Availability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1874520" y="5212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always on  •  workflows preserved  •  faster release cadence  •  improved satisfaction and productivity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FEP Blue portal — and for the people who use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—  Monolithic &amp; Waterfall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taken offline for every release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redirected to a maintenance page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7647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workflows broken mid-task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083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quarterly release cadence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65192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risk on every push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55955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8016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user satisfaction and productivity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17920" y="155448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Modular &amp; Continuous</a:t>
            </a:r>
            <a:endParaRPr lang="en-US" sz="16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2587752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94944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deployments via blue/green releases</a:t>
            </a:r>
            <a:endParaRPr lang="en-US" sz="13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182112"/>
            <a:ext cx="256032" cy="25603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94944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remains continuously available to users</a:t>
            </a:r>
            <a:endParaRPr lang="en-US" sz="13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776472"/>
            <a:ext cx="256032" cy="2560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94944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sessions and workflows preserved</a:t>
            </a:r>
            <a:endParaRPr lang="en-US" sz="13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370832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949440" y="4297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on-demand release cadence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965192"/>
            <a:ext cx="256032" cy="2560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94944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small, isolated, reversible changes</a:t>
            </a:r>
            <a:endParaRPr lang="en-US" sz="13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5559552"/>
            <a:ext cx="256032" cy="25603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94944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satisfaction and productivity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new architecture delivers — for users, the business, and engineering teams.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8912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planned outages and maintenance windows, ensuring continuous availability of the FEP My Blue portal.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00984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0984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9584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920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9584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keep working uninterrupted during releases — no broken sessions, no lost progress.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20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Market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91656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independent releases ship sooner — moving from quarterly cycles to on-demand delivery.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5128" y="15544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25128" y="155448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53728" y="178308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20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Risk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53728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strategy enables safe rollback and minimises deployment failures.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869948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869948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098548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708" y="42519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098548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Future Readiness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2098548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micro-frontend architecture supports scaling across teams and business domains.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732020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32020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960620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425196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960620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Team Productivity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4960620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parallel development and autonomous releases without cross-team bottlenecks.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594092" y="388620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594092" y="3886200"/>
            <a:ext cx="73152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822692" y="4114800"/>
            <a:ext cx="640080" cy="640080"/>
          </a:xfrm>
          <a:prstGeom prst="ellipse">
            <a:avLst/>
          </a:prstGeom>
          <a:solidFill>
            <a:srgbClr val="E6F1F8"/>
          </a:solidFill>
          <a:ln w="12700">
            <a:solidFill>
              <a:srgbClr val="E6F1F8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852" y="4251960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822692" y="4846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Releases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7822692" y="5303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controlled rollouts, backward compatibility, and risk-managed feature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quarterly disruption to continuous delivery.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91840"/>
            <a:ext cx="3383280" cy="914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windows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no longer require taking the portal offline.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291840"/>
            <a:ext cx="33832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66344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frequency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value continuously instead of once a quarter.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3291840"/>
            <a:ext cx="3383280" cy="2560320"/>
          </a:xfrm>
          <a:prstGeom prst="rect">
            <a:avLst/>
          </a:prstGeom>
          <a:solidFill>
            <a:srgbClr val="0F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3291840"/>
            <a:ext cx="3383280" cy="9144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836676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5120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stay intact; trust in the portal grows.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Monolithic to Modern: Problem Statement &amp; Flow Design</dc:title>
  <dc:subject>PptxGenJS Presentation</dc:subject>
  <dc:creator>Engineering Team</dc:creator>
  <cp:lastModifiedBy>Engineering Team</cp:lastModifiedBy>
  <cp:revision>1</cp:revision>
  <dcterms:created xsi:type="dcterms:W3CDTF">2026-05-19T14:24:37Z</dcterms:created>
  <dcterms:modified xsi:type="dcterms:W3CDTF">2026-05-19T14:24:37Z</dcterms:modified>
</cp:coreProperties>
</file>